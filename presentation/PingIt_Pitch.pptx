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43"/>
  </p:normalViewPr>
  <p:slideViewPr>
    <p:cSldViewPr snapToGrid="0" snapToObjects="1">
      <p:cViewPr varScale="1">
        <p:scale>
          <a:sx n="115" d="100"/>
          <a:sy n="115" d="100"/>
        </p:scale>
        <p:origin x="37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869680" y="-1463040"/>
            <a:ext cx="5120640" cy="5120640"/>
          </a:xfrm>
          <a:prstGeom prst="ellipse">
            <a:avLst/>
          </a:prstGeom>
          <a:solidFill>
            <a:srgbClr val="F2E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241280" y="182880"/>
            <a:ext cx="2377440" cy="2377440"/>
          </a:xfrm>
          <a:prstGeom prst="ellipse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20">
                <a:solidFill>
                  <a:srgbClr val="C24E17"/>
                </a:solidFill>
                <a:latin typeface="Arial"/>
              </a:rPr>
              <a:t>NETWORK-QUALITY SDK  ·  FOR DEVELOPERS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86868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600" b="1" i="0">
                <a:solidFill>
                  <a:srgbClr val="261D17"/>
                </a:solidFill>
                <a:latin typeface="Arial"/>
              </a:rPr>
              <a:t>PingIt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246120"/>
            <a:ext cx="3108960" cy="146304"/>
          </a:xfrm>
          <a:prstGeom prst="rect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3611880"/>
            <a:ext cx="87782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C24E17"/>
                </a:solidFill>
                <a:latin typeface="Arial"/>
              </a:rPr>
              <a:t>Know the network before your app needs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8A7C6E"/>
                </a:solidFill>
                <a:latin typeface="Arial"/>
              </a:rPr>
              <a:t>A 4-minute intro for the developers who'd build with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20">
                <a:solidFill>
                  <a:srgbClr val="C24E17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1060704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1D17"/>
                </a:solidFill>
                <a:latin typeface="Arial"/>
              </a:rPr>
              <a:t>Your app can't tell if the connection can handle what the user is about to 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4241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8A7C6E"/>
                </a:solidFill>
                <a:latin typeface="Arial"/>
              </a:rPr>
              <a:t>So the video call freezes. The upload dies at 80%. The stream buffers. The live goes down in front of an audience.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5806440"/>
            <a:ext cx="2011680" cy="128016"/>
          </a:xfrm>
          <a:prstGeom prst="rect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20">
                <a:solidFill>
                  <a:srgbClr val="C24E17"/>
                </a:solidFill>
                <a:latin typeface="Arial"/>
              </a:rPr>
              <a:t>THE IDEA, IN ONE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61D17"/>
                </a:solidFill>
                <a:latin typeface="Arial"/>
              </a:rPr>
              <a:t>You ask about the activity. PingIt answers yes or no.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651760"/>
            <a:ext cx="6949440" cy="1051560"/>
          </a:xfrm>
          <a:prstGeom prst="rect">
            <a:avLst/>
          </a:prstGeom>
          <a:solidFill>
            <a:srgbClr val="261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rtlCol="0" anchor="ctr"/>
          <a:lstStyle/>
          <a:p>
            <a:pPr algn="ctr"/>
            <a:r>
              <a:rPr sz="2400" b="1">
                <a:solidFill>
                  <a:srgbClr val="FBF3E9"/>
                </a:solidFill>
                <a:latin typeface="Consolas"/>
              </a:rPr>
              <a:t>pingIt.isReadyFor( VIDEO_CALL 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9560" y="2651760"/>
            <a:ext cx="8229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400" b="1" i="0">
                <a:solidFill>
                  <a:srgbClr val="ED6A2C"/>
                </a:solidFill>
                <a:latin typeface="Arial"/>
              </a:rPr>
              <a:t>-&gt;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2761488"/>
            <a:ext cx="3017520" cy="402336"/>
          </a:xfrm>
          <a:prstGeom prst="roundRect">
            <a:avLst>
              <a:gd name="adj" fmla="val 50000"/>
            </a:avLst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READY  -  go ahead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3246120"/>
            <a:ext cx="3291840" cy="40233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261D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61D17"/>
                </a:solidFill>
                <a:latin typeface="Arial"/>
              </a:rPr>
              <a:t>NOT READY  -  latency too high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80560"/>
            <a:ext cx="104241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8A7C6E"/>
                </a:solidFill>
                <a:latin typeface="Arial"/>
              </a:rPr>
              <a:t>No megabit math. No guessing what "good enough" means. One call, a clear answer, and the reason when it fails.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20">
                <a:solidFill>
                  <a:srgbClr val="C24E17"/>
                </a:solidFill>
                <a:latin typeface="Arial"/>
              </a:rPr>
              <a:t>THE PROFILES 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070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261D17"/>
                </a:solidFill>
                <a:latin typeface="Arial"/>
              </a:rPr>
              <a:t>Ask about what the user is doing, not about megabits.</a:t>
            </a:r>
          </a:p>
          <a:p>
            <a:pPr algn="l"/>
            <a:r>
              <a:rPr sz="1800" b="0" i="0">
                <a:solidFill>
                  <a:srgbClr val="8A7C6E"/>
                </a:solidFill>
                <a:latin typeface="Arial"/>
              </a:rPr>
              <a:t>Pick from named use cases. We keep the thresholds tuned for you, server-side.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026664"/>
            <a:ext cx="82296" cy="566928"/>
          </a:xfrm>
          <a:prstGeom prst="rect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61288" y="29718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261D17"/>
                </a:solidFill>
                <a:latin typeface="Arial"/>
              </a:rPr>
              <a:t>MESSAGING</a:t>
            </a:r>
          </a:p>
          <a:p>
            <a:pPr algn="l"/>
            <a:r>
              <a:rPr sz="1400" b="0" i="0">
                <a:solidFill>
                  <a:srgbClr val="8A7C6E"/>
                </a:solidFill>
                <a:latin typeface="Arial"/>
              </a:rPr>
              <a:t>any working link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105655"/>
            <a:ext cx="82296" cy="566928"/>
          </a:xfrm>
          <a:prstGeom prst="rect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61288" y="4050791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261D17"/>
                </a:solidFill>
                <a:latin typeface="Arial"/>
              </a:rPr>
              <a:t>VIDEO CALL</a:t>
            </a:r>
          </a:p>
          <a:p>
            <a:pPr algn="l"/>
            <a:r>
              <a:rPr sz="1400" b="0" i="0">
                <a:solidFill>
                  <a:srgbClr val="8A7C6E"/>
                </a:solidFill>
                <a:latin typeface="Arial"/>
              </a:rPr>
              <a:t>smooth two-way video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5184647"/>
            <a:ext cx="82296" cy="566928"/>
          </a:xfrm>
          <a:prstGeom prst="rect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61288" y="5129783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261D17"/>
                </a:solidFill>
                <a:latin typeface="Arial"/>
              </a:rPr>
              <a:t>HD &amp; 4K STREAMING</a:t>
            </a:r>
          </a:p>
          <a:p>
            <a:pPr algn="l"/>
            <a:r>
              <a:rPr sz="1400" b="0" i="0">
                <a:solidFill>
                  <a:srgbClr val="8A7C6E"/>
                </a:solidFill>
                <a:latin typeface="Arial"/>
              </a:rPr>
              <a:t>play without buffering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026664"/>
            <a:ext cx="82296" cy="566928"/>
          </a:xfrm>
          <a:prstGeom prst="rect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84848" y="29718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261D17"/>
                </a:solidFill>
                <a:latin typeface="Arial"/>
              </a:rPr>
              <a:t>CLOUD GAMING</a:t>
            </a:r>
          </a:p>
          <a:p>
            <a:pPr algn="l"/>
            <a:r>
              <a:rPr sz="1400" b="0" i="0">
                <a:solidFill>
                  <a:srgbClr val="8A7C6E"/>
                </a:solidFill>
                <a:latin typeface="Arial"/>
              </a:rPr>
              <a:t>ultra-low latency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4105655"/>
            <a:ext cx="82296" cy="566928"/>
          </a:xfrm>
          <a:prstGeom prst="rect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84848" y="4050791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261D17"/>
                </a:solidFill>
                <a:latin typeface="Arial"/>
              </a:rPr>
              <a:t>GOING LIVE</a:t>
            </a:r>
          </a:p>
          <a:p>
            <a:pPr algn="l"/>
            <a:r>
              <a:rPr sz="1400" b="0" i="0">
                <a:solidFill>
                  <a:srgbClr val="8A7C6E"/>
                </a:solidFill>
                <a:latin typeface="Arial"/>
              </a:rPr>
              <a:t>strong, steady upload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5184647"/>
            <a:ext cx="82296" cy="566928"/>
          </a:xfrm>
          <a:prstGeom prst="rect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84848" y="5129783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261D17"/>
                </a:solidFill>
                <a:latin typeface="Arial"/>
              </a:rPr>
              <a:t>BIG UPLOAD / BACKUP</a:t>
            </a:r>
          </a:p>
          <a:p>
            <a:pPr algn="l"/>
            <a:r>
              <a:rPr sz="1400" b="0" i="0">
                <a:solidFill>
                  <a:srgbClr val="8A7C6E"/>
                </a:solidFill>
                <a:latin typeface="Arial"/>
              </a:rPr>
              <a:t>finish large transfers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20">
                <a:solidFill>
                  <a:srgbClr val="C24E17"/>
                </a:solidFill>
                <a:latin typeface="Arial"/>
              </a:rPr>
              <a:t>HOW YOU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261D17"/>
                </a:solidFill>
                <a:latin typeface="Arial"/>
              </a:rPr>
              <a:t>Three steps. That's the whole integration.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1371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ED6A2C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2606040"/>
            <a:ext cx="91440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261D17"/>
                </a:solidFill>
                <a:latin typeface="Arial"/>
              </a:rPr>
              <a:t>Add the SDK</a:t>
            </a:r>
          </a:p>
          <a:p>
            <a:pPr algn="l"/>
            <a:r>
              <a:rPr sz="1600" b="0" i="0">
                <a:solidFill>
                  <a:srgbClr val="8A7C6E"/>
                </a:solidFill>
                <a:latin typeface="Arial"/>
              </a:rPr>
              <a:t>It starts itself on app launch. No setup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03320"/>
            <a:ext cx="1371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ED6A2C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3840480"/>
            <a:ext cx="91440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261D17"/>
                </a:solidFill>
                <a:latin typeface="Arial"/>
              </a:rPr>
              <a:t>Ask</a:t>
            </a:r>
          </a:p>
          <a:p>
            <a:pPr algn="l"/>
            <a:r>
              <a:rPr sz="1600" b="0" i="0">
                <a:solidFill>
                  <a:srgbClr val="8A7C6E"/>
                </a:solidFill>
                <a:latin typeface="Consolas"/>
              </a:rPr>
              <a:t>pingIt.isReadyFor(Profile.VIDEO_CALL)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937760"/>
            <a:ext cx="1371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ED6A2C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5074920"/>
            <a:ext cx="91440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261D17"/>
                </a:solidFill>
                <a:latin typeface="Arial"/>
              </a:rPr>
              <a:t>React</a:t>
            </a:r>
          </a:p>
          <a:p>
            <a:pPr algn="l"/>
            <a:r>
              <a:rPr sz="1600" b="0" i="0">
                <a:solidFill>
                  <a:srgbClr val="8A7C6E"/>
                </a:solidFill>
                <a:latin typeface="Arial"/>
              </a:rPr>
              <a:t>Go ahead, or gently guide the user.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20">
                <a:solidFill>
                  <a:srgbClr val="C24E17"/>
                </a:solidFill>
                <a:latin typeface="Arial"/>
              </a:rPr>
              <a:t>WHO WOULD BUILD WITH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106070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000" b="1" i="0" dirty="0">
                <a:solidFill>
                  <a:srgbClr val="261D17"/>
                </a:solidFill>
                <a:latin typeface="Arial"/>
              </a:rPr>
              <a:t>How </a:t>
            </a:r>
            <a:r>
              <a:rPr sz="3000" b="1" i="0" dirty="0" err="1">
                <a:solidFill>
                  <a:srgbClr val="261D17"/>
                </a:solidFill>
                <a:latin typeface="Arial"/>
              </a:rPr>
              <a:t>PingIt</a:t>
            </a:r>
            <a:r>
              <a:rPr sz="3000" b="1" i="0">
                <a:solidFill>
                  <a:srgbClr val="261D17"/>
                </a:solidFill>
                <a:latin typeface="Arial"/>
              </a:rPr>
              <a:t> helps</a:t>
            </a:r>
            <a:r>
              <a:rPr lang="en-US" sz="3000" b="1" i="0">
                <a:solidFill>
                  <a:srgbClr val="261D17"/>
                </a:solidFill>
                <a:latin typeface="Arial"/>
              </a:rPr>
              <a:t>?</a:t>
            </a:r>
            <a:endParaRPr sz="3000" b="1" i="0" dirty="0">
              <a:solidFill>
                <a:srgbClr val="261D17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68680" y="2011680"/>
            <a:ext cx="676656" cy="676656"/>
          </a:xfrm>
          <a:prstGeom prst="roundRect">
            <a:avLst>
              <a:gd name="adj" fmla="val 30000"/>
            </a:avLst>
          </a:prstGeom>
          <a:solidFill>
            <a:srgbClr val="C13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04011" y="2201143"/>
            <a:ext cx="405993" cy="297728"/>
          </a:xfrm>
          <a:prstGeom prst="roundRect">
            <a:avLst>
              <a:gd name="adj" fmla="val 30000"/>
            </a:avLst>
          </a:prstGeom>
          <a:noFill/>
          <a:ln w="279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19042" y="2282342"/>
            <a:ext cx="175930" cy="175930"/>
          </a:xfrm>
          <a:prstGeom prst="ellipse">
            <a:avLst/>
          </a:prstGeom>
          <a:noFill/>
          <a:ln w="279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88206" y="2228209"/>
            <a:ext cx="60899" cy="6089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01368" y="1965960"/>
            <a:ext cx="44348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1D17"/>
                </a:solidFill>
                <a:latin typeface="Arial"/>
              </a:rPr>
              <a:t>Instagram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8A7C6E"/>
                </a:solidFill>
                <a:latin typeface="Arial"/>
              </a:rPr>
              <a:t>Check before a big creator goes Live, so a shaky link never tanks the stream, or their reputation.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474720"/>
            <a:ext cx="676656" cy="676656"/>
          </a:xfrm>
          <a:prstGeom prst="roundRect">
            <a:avLst>
              <a:gd name="adj" fmla="val 30000"/>
            </a:avLst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3400" b="1">
                <a:solidFill>
                  <a:srgbClr val="E50914"/>
                </a:solidFill>
                <a:latin typeface="Arial"/>
              </a:rPr>
              <a:t>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1368" y="3429000"/>
            <a:ext cx="44348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1D17"/>
                </a:solidFill>
                <a:latin typeface="Arial"/>
              </a:rPr>
              <a:t>Netflix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8A7C6E"/>
                </a:solidFill>
                <a:latin typeface="Arial"/>
              </a:rPr>
              <a:t>Pick HD or SD up front, so playback starts instantly instead of buffering.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937760"/>
            <a:ext cx="676656" cy="676656"/>
          </a:xfrm>
          <a:prstGeom prst="roundRect">
            <a:avLst>
              <a:gd name="adj" fmla="val 30000"/>
            </a:avLst>
          </a:prstGeom>
          <a:solidFill>
            <a:srgbClr val="25D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Callout 12"/>
          <p:cNvSpPr/>
          <p:nvPr/>
        </p:nvSpPr>
        <p:spPr>
          <a:xfrm>
            <a:off x="990478" y="5046024"/>
            <a:ext cx="419526" cy="351861"/>
          </a:xfrm>
          <a:prstGeom prst="wedgeEllipseCallou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801368" y="4892040"/>
            <a:ext cx="44348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1D17"/>
                </a:solidFill>
                <a:latin typeface="Arial"/>
              </a:rPr>
              <a:t>WhatsApp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8A7C6E"/>
                </a:solidFill>
                <a:latin typeface="Arial"/>
              </a:rPr>
              <a:t>Weak link before a video call? Offer audio-only instead of a frozen call.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0" y="2011680"/>
            <a:ext cx="676656" cy="67665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813743" y="2079345"/>
            <a:ext cx="216529" cy="216529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962607" y="2241743"/>
            <a:ext cx="216529" cy="216529"/>
          </a:xfrm>
          <a:prstGeom prst="ellipse">
            <a:avLst/>
          </a:prstGeom>
          <a:solidFill>
            <a:srgbClr val="FBBC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813743" y="2390607"/>
            <a:ext cx="216529" cy="216529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664878" y="2241743"/>
            <a:ext cx="216529" cy="216529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516368" y="1965960"/>
            <a:ext cx="44348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1D17"/>
                </a:solidFill>
                <a:latin typeface="Arial"/>
              </a:rPr>
              <a:t>Google Photos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8A7C6E"/>
                </a:solidFill>
                <a:latin typeface="Arial"/>
              </a:rPr>
              <a:t>Hold a big backup until the connection can actually finish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0" y="3474720"/>
            <a:ext cx="676656" cy="676656"/>
          </a:xfrm>
          <a:prstGeom prst="roundRect">
            <a:avLst>
              <a:gd name="adj" fmla="val 30000"/>
            </a:avLst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8" y="3429000"/>
            <a:ext cx="44348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1D17"/>
                </a:solidFill>
                <a:latin typeface="Arial"/>
              </a:rPr>
              <a:t>Xbox Cloud Gaming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8A7C6E"/>
                </a:solidFill>
                <a:latin typeface="Arial"/>
              </a:rPr>
              <a:t>Block a cloud-gaming session when latency is too high to be playable.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4937760"/>
            <a:ext cx="676656" cy="676656"/>
          </a:xfrm>
          <a:prstGeom prst="roundRect">
            <a:avLst>
              <a:gd name="adj" fmla="val 30000"/>
            </a:avLst>
          </a:prstGeom>
          <a:solidFill>
            <a:srgbClr val="1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Uber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368" y="4892040"/>
            <a:ext cx="44348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1D17"/>
                </a:solidFill>
                <a:latin typeface="Arial"/>
              </a:rPr>
              <a:t>Uber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8A7C6E"/>
                </a:solidFill>
                <a:latin typeface="Arial"/>
              </a:rPr>
              <a:t>Confirm the connection before "Request", so a tap isn't lost in a dead zone.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1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92640" y="4206240"/>
            <a:ext cx="3108960" cy="3108960"/>
          </a:xfrm>
          <a:prstGeom prst="ellipse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20">
                <a:solidFill>
                  <a:srgbClr val="ED6A2C"/>
                </a:solidFill>
                <a:latin typeface="Arial"/>
              </a:rPr>
              <a:t>PINGIT SDK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2412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FBF3E9"/>
                </a:solidFill>
                <a:latin typeface="Arial"/>
              </a:rPr>
              <a:t>A few lines of code. Any app. Users who never hit the wall.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ED6A2C"/>
                </a:solidFill>
                <a:latin typeface="Consolas"/>
              </a:rPr>
              <a:t>github.com/bitbit138/pingit-sdk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388</Words>
  <Application>Microsoft Macintosh PowerPoint</Application>
  <PresentationFormat>Widescreen</PresentationFormat>
  <Paragraphs>60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Tom Bitran</cp:lastModifiedBy>
  <cp:revision>2</cp:revision>
  <dcterms:created xsi:type="dcterms:W3CDTF">2013-01-27T09:14:16Z</dcterms:created>
  <dcterms:modified xsi:type="dcterms:W3CDTF">2026-07-04T19:31:05Z</dcterms:modified>
  <cp:category/>
</cp:coreProperties>
</file>